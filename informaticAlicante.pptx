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4954"/>
            <a:ext cx="6423025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66FF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88304"/>
            <a:ext cx="528955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66FF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66FF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7825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1597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66FF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32329" y="680719"/>
            <a:ext cx="3296920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66FF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1355" y="2413635"/>
            <a:ext cx="6197600" cy="22085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9210" y="9944862"/>
            <a:ext cx="2418080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825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0680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32329" y="680719"/>
            <a:ext cx="329692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informatic</a:t>
            </a:r>
            <a:r>
              <a:rPr dirty="0" spc="-10">
                <a:solidFill>
                  <a:srgbClr val="FF6600"/>
                </a:solidFill>
              </a:rPr>
              <a:t>Alicante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8659" y="1164590"/>
            <a:ext cx="6130290" cy="108458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5080">
              <a:lnSpc>
                <a:spcPts val="1380"/>
              </a:lnSpc>
              <a:spcBef>
                <a:spcPts val="195"/>
              </a:spcBef>
            </a:pPr>
            <a:r>
              <a:rPr dirty="0" sz="1200">
                <a:latin typeface="Times New Roman"/>
                <a:cs typeface="Times New Roman"/>
              </a:rPr>
              <a:t>Es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una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página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web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que</a:t>
            </a:r>
            <a:r>
              <a:rPr dirty="0" sz="1200" spc="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puedes</a:t>
            </a:r>
            <a:r>
              <a:rPr dirty="0" sz="1200" spc="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aprender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sobre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Informática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nuestros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blogs,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además</a:t>
            </a:r>
            <a:r>
              <a:rPr dirty="0" sz="1200" spc="6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de </a:t>
            </a:r>
            <a:r>
              <a:rPr dirty="0" sz="1200">
                <a:latin typeface="Times New Roman"/>
                <a:cs typeface="Times New Roman"/>
              </a:rPr>
              <a:t>poder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comprar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dispositivos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y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componentes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informáticos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al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mejor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precio.</a:t>
            </a:r>
            <a:endParaRPr sz="1200">
              <a:latin typeface="Times New Roman"/>
              <a:cs typeface="Times New Roman"/>
            </a:endParaRPr>
          </a:p>
          <a:p>
            <a:pPr marL="12700" marR="2268220">
              <a:lnSpc>
                <a:spcPts val="2760"/>
              </a:lnSpc>
              <a:spcBef>
                <a:spcPts val="75"/>
              </a:spcBef>
            </a:pPr>
            <a:r>
              <a:rPr dirty="0" sz="1200">
                <a:latin typeface="Times New Roman"/>
                <a:cs typeface="Times New Roman"/>
              </a:rPr>
              <a:t>Miembros: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Miguel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Ángel,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el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Team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Lider,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Alex,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Omar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Kenza. Requisitos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Funcionales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y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Funcionales: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19455" y="2413635"/>
          <a:ext cx="6197600" cy="22085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59430"/>
                <a:gridCol w="3060699"/>
              </a:tblGrid>
              <a:tr h="245745"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FUNCIONALES: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200" b="1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dirty="0" sz="1200" spc="-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FUNCIONALES: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Visualización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catálogo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Facilidad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dirty="0" sz="1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Uso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6379"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Búsqueda</a:t>
                      </a:r>
                      <a:r>
                        <a:rPr dirty="0" sz="1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Productos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Diseño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Responsivo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Filtrado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Ordenación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Seguridad</a:t>
                      </a:r>
                      <a:r>
                        <a:rPr dirty="0" sz="1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dirty="0" sz="12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Transacciones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Detalle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del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Producto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Rendimiento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5110"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Gestión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del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Carrito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Escalabilidad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Autenticación</a:t>
                      </a:r>
                      <a:r>
                        <a:rPr dirty="0" sz="12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dirty="0" sz="12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Usuarios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Pasarelas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Pago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6379"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Historial</a:t>
                      </a:r>
                      <a:r>
                        <a:rPr dirty="0" sz="1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dirty="0" sz="1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Pedidos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708659" y="4779009"/>
            <a:ext cx="12338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Diagrama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Grant: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2390" y="5007697"/>
            <a:ext cx="5962162" cy="21855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8659" y="697230"/>
            <a:ext cx="6959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Times New Roman"/>
                <a:cs typeface="Times New Roman"/>
              </a:rPr>
              <a:t>MockUp's: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46120" y="1047750"/>
            <a:ext cx="10687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Página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Principal: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8620" y="1355450"/>
            <a:ext cx="4240530" cy="83511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66720" y="697230"/>
            <a:ext cx="1626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Página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Principal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del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Blog: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2650" y="896619"/>
            <a:ext cx="3255009" cy="90284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31110" y="697230"/>
            <a:ext cx="24987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Página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Principal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Compra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Equipos: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1810" y="999556"/>
            <a:ext cx="3996690" cy="88289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62200" y="697230"/>
            <a:ext cx="28378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Página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Principal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Compra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Componentes: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4939" y="975884"/>
            <a:ext cx="4711700" cy="89745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60700" y="697230"/>
            <a:ext cx="14427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Buscador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Dispositivos: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090" y="1054913"/>
            <a:ext cx="6118860" cy="70045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27400" y="697230"/>
            <a:ext cx="9086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Iniciar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Sesión: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090" y="1001485"/>
            <a:ext cx="6118860" cy="69703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04870" y="697230"/>
            <a:ext cx="7518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Times New Roman"/>
                <a:cs typeface="Times New Roman"/>
              </a:rPr>
              <a:t>Registrarse: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090" y="1053749"/>
            <a:ext cx="6118860" cy="8134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 mini </dc:creator>
  <dcterms:created xsi:type="dcterms:W3CDTF">2025-11-14T09:27:44Z</dcterms:created>
  <dcterms:modified xsi:type="dcterms:W3CDTF">2025-11-14T09:27:44Z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2025-11-14T00:00:00Z</vt:filetime>
  </property>
  <property fmtid="{D5CDD505-2E9C-101B-9397-08002B2CF9AE}" pid="3" name="Creator">
    <vt:lpwstr>Writer</vt:lpwstr>
  </property>
  <property fmtid="{D5CDD505-2E9C-101B-9397-08002B2CF9AE}" pid="4" name="Producer">
    <vt:lpwstr>OpenOffice 4.1.15</vt:lpwstr>
  </property>
  <property fmtid="{D5CDD505-2E9C-101B-9397-08002B2CF9AE}" pid="5" name="LastSaved">
    <vt:filetime>2025-11-14T00:00:00Z</vt:filetime>
  </property>
</Properties>
</file>